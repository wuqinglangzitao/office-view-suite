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300000"/>
            <a:ext cx="10000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CC0000"/>
                </a:solidFill>
              </a:rPr>
              <a:t>大标题 40pt 红色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0000" y="1800000"/>
            <a:ext cx="5000000" cy="4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800" b="0">
                <a:solidFill>
                  <a:srgbClr val="0070C0"/>
                </a:solidFill>
              </a:rPr>
              <a:t>层级0 28pt常规</a:t>
            </a:r>
          </a:p>
          <a:p>
            <a:pPr lvl="1"/>
            <a:r>
              <a:rPr sz="2000" b="1">
                <a:solidFill>
                  <a:srgbClr val="000000"/>
                </a:solidFill>
              </a:rPr>
              <a:t>层级1 20pt 粗体</a:t>
            </a:r>
          </a:p>
          <a:p>
            <a:pPr lvl="2"/>
            <a:r>
              <a:rPr sz="1600" b="0">
                <a:solidFill>
                  <a:srgbClr val="808000"/>
                </a:solidFill>
              </a:rPr>
              <a:t>层级2 16pt常规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00000" y="1800000"/>
            <a:ext cx="50000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右侧文本框(验证绝对坐标)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800000" y="800000"/>
          <a:ext cx="8000000" cy="27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66666"/>
                <a:gridCol w="2666666"/>
                <a:gridCol w="2666668"/>
              </a:tblGrid>
              <a:tr h="900000">
                <a:tc>
                  <a:txBody>
                    <a:bodyPr/>
                    <a:lstStyle/>
                    <a:p>
                      <a:r>
                        <a:t>列0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列1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列2</a:t>
                      </a:r>
                    </a:p>
                  </a:txBody>
                  <a:tcPr/>
                </a:tc>
              </a:tr>
              <a:tr h="900000">
                <a:tc gridSpan="2">
                  <a:txBody>
                    <a:bodyPr/>
                    <a:lstStyle/>
                    <a:p>
                      <a:r>
                        <a:t>r1c0</a:t>
                      </a:r>
                    </a:p>
                    <a:p>
                      <a:r>
                        <a:t>r1c1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r1c2</a:t>
                      </a:r>
                    </a:p>
                  </a:txBody>
                  <a:tcPr/>
                </a:tc>
              </a:tr>
              <a:tr h="900000">
                <a:tc>
                  <a:txBody>
                    <a:bodyPr/>
                    <a:lstStyle/>
                    <a:p>
                      <a:r>
                        <a:t>r2c0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r2c1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r2c2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